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Sri Peela" userId="7d79f978a34ade93" providerId="LiveId" clId="{BCC5A7FB-CCB5-4836-8499-CA14DA216CAA}"/>
    <pc:docChg chg="modSld">
      <pc:chgData name="Bhavya Sri Peela" userId="7d79f978a34ade93" providerId="LiveId" clId="{BCC5A7FB-CCB5-4836-8499-CA14DA216CAA}" dt="2026-07-03T05:58:53.963" v="0" actId="20577"/>
      <pc:docMkLst>
        <pc:docMk/>
      </pc:docMkLst>
      <pc:sldChg chg="modSp mod">
        <pc:chgData name="Bhavya Sri Peela" userId="7d79f978a34ade93" providerId="LiveId" clId="{BCC5A7FB-CCB5-4836-8499-CA14DA216CAA}" dt="2026-07-03T05:58:53.963" v="0" actId="20577"/>
        <pc:sldMkLst>
          <pc:docMk/>
          <pc:sldMk cId="0" sldId="276"/>
        </pc:sldMkLst>
        <pc:spChg chg="mod">
          <ac:chgData name="Bhavya Sri Peela" userId="7d79f978a34ade93" providerId="LiveId" clId="{BCC5A7FB-CCB5-4836-8499-CA14DA216CAA}" dt="2026-07-03T05:58:53.963" v="0" actId="20577"/>
          <ac:spMkLst>
            <pc:docMk/>
            <pc:sldMk cId="0" sldId="27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1_img1_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5496"/>
                </a:solidFill>
                <a:latin typeface="Calibri"/>
              </a:rPr>
              <a:t>SMART HEAL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Integrated Hospital Management
and Patient Care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Calibri"/>
              </a:rPr>
              <a:t>Community Service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90088"/>
            <a:ext cx="3886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By
PEELA BHAVYA SRI - 24L31A43D1
RONGALA VINAY VARSHIT - 24L31A43F3
SARA VAKOTA SHANMUKHA ASHRITH - 24L31A43F7
TELU SRINIVASA CHANDRA MOULI - 24L31A43H6
Under the Guidance of
K. Swathi Dolly
Assistant Professor, CSE-AI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Presentation Outline: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Introduction to Smart Heal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Need for Digital Hospital Management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Community Survey at Gajuwaka PHC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Problem Statement and Objectives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Proposed System and Major Modules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Technologies Used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Methodology and Implementation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Results, Challenges, Future Scope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Introduction to Smart Heal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Smart Heal is a web-based Integrated Hospital Management and Patient Care System.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It digitizes patient registration, token generation, queue monitoring, consultation records and feedback.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system connects Patients, Doctors and Administrators through role-based dashboards.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It was developed as part of a Community Service Project after studying healthcare workflow at Gajuwaka PHC.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Need for Digital Hospital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Hospitals manage registration, consultation, records and administration every day.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Manual workflows increase paperwork and waiting time.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Patients often lack real-time information about their queue position.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Doctors need organized patient queues and quick access to consultation history.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Administrators require centralized monitoring of hospital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Community Survey at Gajuwaka PHC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Survey location: Gajuwaka PHC, Gajuwaka, Visakhapatnam.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Observed patient registration, token handling, consultation flow and record maintenance.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Interactions were conducted with available hospital staff and patients.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survey helped identify practical problems in manual hospital management.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Survey period followed the CSP activity schedule: 11 May – 20 June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Manual registration and paper-based token management cause delays.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 medical records are difficult to store, retrieve and update quickly.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Patients do not always know their consultation status or expected waiting time.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Doctors face difficulty managing department-wise queues efficiently.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There is a need for a secure, centralized and real-time hospital management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Objectives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provide secure role-based login for patients, doctors and administrators.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enable patient registration and department-wise token generation.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support live queue monitoring and emergency patient prioritization.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maintain digital medical records using MediVault.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provide admin monitoring, doctor approval and feedback management.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To reduce paperwork and improve healthcare service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Proposed 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60020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Patient
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17320"/>
            <a:ext cx="164592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Doctor
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160020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Admin
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788920"/>
            <a:ext cx="2148840" cy="594360"/>
          </a:xfrm>
          <a:prstGeom prst="roundRect">
            <a:avLst/>
          </a:prstGeom>
          <a:solidFill>
            <a:srgbClr val="E7F6FF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Firebase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88920"/>
            <a:ext cx="2331720" cy="594360"/>
          </a:xfrm>
          <a:prstGeom prst="roundRect">
            <a:avLst/>
          </a:prstGeom>
          <a:solidFill>
            <a:srgbClr val="E7F6FF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Cloud Firestore
Real-Time Database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103120"/>
            <a:ext cx="1097280" cy="68580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103120"/>
            <a:ext cx="640080" cy="68580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92240" y="2103120"/>
            <a:ext cx="731520" cy="68580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37033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5496"/>
                </a:solidFill>
                <a:latin typeface="Calibri"/>
              </a:rPr>
              <a:t>Unified digital platform for hospital workflow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82880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Users
Patients / Doctors / Admins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1581912"/>
            <a:ext cx="731520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46120" y="1234440"/>
            <a:ext cx="196596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Web Interface
HTML • CSS • JavaScript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12080" y="1581912"/>
            <a:ext cx="685800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234440"/>
            <a:ext cx="1737360" cy="68580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Firebase
Authentication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1920240"/>
            <a:ext cx="0" cy="54864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2468880"/>
            <a:ext cx="3154680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Cloud Firestore Database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46120" y="2788920"/>
            <a:ext cx="1920240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28800" y="2468880"/>
            <a:ext cx="2514600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Real-Time Dashboards
Queue • Records •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947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C3C3C"/>
                </a:solidFill>
                <a:latin typeface="Calibri"/>
              </a:rPr>
              <a:t>Fig: System Architecture – Smart Heal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Patient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 registration and secure login.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Department selection for consultation.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Automatic department-wise token generation.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Live queue monitoring and My Token information.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MediVault access for consultation history and prescriptions.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Feedback submission after consultation.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Doctor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Secure doctor login.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View department-wise patient queues.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Identify and prioritize emergency patients.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Call patients for consultation and update consultation status.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Record prescriptions and treatment details.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Maintain consultation history for future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Administrator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Admin login for centralized hospital supervision.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 registration approval or rejection.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 monitoring and department-wise queue monitoring.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 management and hospital activity supervision.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Feedback review for service improvement.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Archiving of completed daily queue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MediVault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MediVault provides secure digital storage of patient medical records.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Stores consultation history, prescriptions and treatment details.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Reduces dependency on physical medical files.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Supports quick retrieval of patient information during future consultations.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Improves continuity of care and record organization.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Queue Management &amp; Emergency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Generates department-wise consultation tokens automatically.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Updates queue status in real time using Cloud Firestore.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Patients can monitor their token and consultation status.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Doctors can view and call patients in an organized sequence.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Emergency cases can be marked and prioritized for faster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Technologies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7818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HTML, CSS, JavaScript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Web pages and user interaction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Firebase Authentication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Secure role-based login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Cloud Firestore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Real-time hospital data storage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VS Code, Git, GitHub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Development and version control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Netlify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Online hosting of the web app</a:t>
                      </a:r>
                    </a:p>
                  </a:txBody>
                  <a:tcPr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5496"/>
                </a:solidFill>
                <a:latin typeface="Calibri"/>
              </a:rPr>
              <a:t>Deployment Link: https://fabulous-genie-2336c7.netlify.app/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Development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Community
Survey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18488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01952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Requirement
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00984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System
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16552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0016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Frontend
Development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5583" y="2148840"/>
            <a:ext cx="283465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99048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Firebase
Integration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80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Testing &amp;
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5496"/>
                </a:solidFill>
                <a:latin typeface="Calibri"/>
              </a:rPr>
              <a:t>Development methodology followed a systematic survey-to-deployment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Patient
Registration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3560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69164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8" y="1929384"/>
            <a:ext cx="274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51760" y="1600200"/>
            <a:ext cx="105156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Department
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1929384"/>
            <a:ext cx="30175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Token
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1888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Queue
Update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7608" y="1929384"/>
            <a:ext cx="16459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Doctor
Consultation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488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MediVault
&amp;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40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Admin monitors doctor approvals, queues, activities and feedback throughout the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Separate dashboards were implemented for patient, doctor and administrator roles.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 registration and token generation were integrated with Firestore.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 dashboard supports queue management, prescriptions and consultation status updates.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Admin dashboard supports doctor approval, monitoring and feedback review.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complete system was deployed as a web application using Netlify.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Results and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Smart Heal was successfully developed as a web-based hospital management system.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Patient module supports registration, login, tokens, live queue, MediVault and feedback.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Doctor module supports department queues, emergency cases, prescriptions and status updates.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Admin module supports doctor approval, monitoring and feedback management.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system improves transparency, reduces paperwork and simplifies hospital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Understanding complete hospital workflow within limited survey time.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Designing a simple interface suitable for patients, doctors and administrators.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Integrating Firebase Authentication with role-based access.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Maintaining real-time queue synchronization across dashboards.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Testing patient registration, token generation, consultation updates and admin operations repeatedly.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Online appointment booking with time-slot allocation.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AI-based healthcare assistant for common patient queries.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Video consultation and remote healthcare support.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SMS and email notifications for appointments and queue updates.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QR code-based patient identification and hospital check-in.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• Laboratory report, pharmacy and online payment integration.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AI-based patient load prediction and resource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Promotes digital healthcare practices at the community level.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Reduces unnecessary waiting time and improves patient convenience.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Minimizes paperwork for hospital staff and supports organized records.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Improves communication between patients, doctors and administrators.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Helps hospital authorities review feedback and improve service quality.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Provides a scalable model for clinics, PHCs and small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Smart Heal addresses practical hospital management challenges identified at Gajuwaka PHC.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system integrates patient services, doctor consultation management and admin supervision into one platform.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Firebase Authentication and Cloud Firestore provide secure login and real-time synchronization.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The project reduces paperwork, improves queue transparency and supports better healthcare service delivery.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Smart Heal demonstrates how web technologies can create meaningful social impact in healthcare.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1464</Words>
  <Application>Microsoft Office PowerPoint</Application>
  <PresentationFormat>Custom</PresentationFormat>
  <Paragraphs>210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 Sri Peela</dc:creator>
  <cp:keywords/>
  <dc:description>generated using python-pptx</dc:description>
  <cp:lastModifiedBy>Bhavya Sri Peela</cp:lastModifiedBy>
  <cp:revision>1</cp:revision>
  <dcterms:created xsi:type="dcterms:W3CDTF">2013-01-27T09:14:16Z</dcterms:created>
  <dcterms:modified xsi:type="dcterms:W3CDTF">2026-07-03T05:58:56Z</dcterms:modified>
  <cp:category/>
</cp:coreProperties>
</file>